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Urban Climate Insights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  <a:r>
              <a:t>Web Services and Web Data coursework 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7955279" cy="1920240"/>
          </a:xfrm>
          <a:prstGeom prst="roundRect">
            <a:avLst/>
          </a:prstGeom>
          <a:solidFill>
            <a:srgbClr val="F1F5F9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FastAPI + SQLAlchemy + JWT + Open-Meteo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976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4155"/>
                </a:solidFill>
              </a:defRPr>
            </a:pPr>
            <a:r>
              <a:t>Student Name: Yuan Rui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0916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4155"/>
                </a:solidFill>
              </a:defRPr>
            </a:pPr>
            <a:r>
              <a:t>Student ID: 2022115981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4155"/>
                </a:solidFill>
              </a:defRPr>
            </a:pPr>
            <a:r>
              <a:t>GitHub: https://github.com/gapmaker1/urban-climate-insights-api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Problem and 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7863840" cy="4754880"/>
          </a:xfrm>
          <a:prstGeom prst="roundRect">
            <a:avLst/>
          </a:prstGeom>
          <a:solidFill>
            <a:srgbClr val="F1F5F9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</a:defRPr>
            </a:pPr>
            <a:r>
              <a:t>Goal: turn open UK city climate data into a reusable web API with full CRUD support.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Users can manage cities and records, import external observations, and run comparative analytics.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The design targets oral demonstration quality as well as technical report depth.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  <a:r>
              <a:t>Layered FastAPI design for coursework demonstration and maintenance.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82880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Client / Swagger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828800"/>
            <a:ext cx="182880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FastAPI Routers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1828800"/>
            <a:ext cx="182880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Services + Validation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3749039"/>
            <a:ext cx="182880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SQLite + SQLAlchemy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3749039"/>
            <a:ext cx="182880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Open-Meteo APIs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45920" y="2651760"/>
            <a:ext cx="11887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663440" y="2651760"/>
            <a:ext cx="2743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749039" y="2651760"/>
            <a:ext cx="0" cy="1097279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760720" y="2651760"/>
            <a:ext cx="0" cy="1097279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937760"/>
            <a:ext cx="7589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4155"/>
                </a:solidFill>
              </a:defRPr>
            </a:pPr>
            <a:r>
              <a:t>Key point: writes are authenticated, analytics stay public, and external data import is isolated behind a service layer.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Data Model and Endpoints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7863840" cy="475488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</a:defRPr>
            </a:pPr>
            <a:r>
              <a:t>Core models: User, City, UrbanClimateRecord.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CRUD endpoints: /auth, /cities, /records.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Advanced endpoints: /imports/cities/{id}/historical, /analytics/summary, /analytics/compare, /analytics/anomalies.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Security, Validation, and Errors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7863840" cy="4754880"/>
          </a:xfrm>
          <a:prstGeom prst="roundRect">
            <a:avLst/>
          </a:prstGeom>
          <a:solidFill>
            <a:srgbClr val="F1F5F9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</a:defRPr>
            </a:pPr>
            <a:r>
              <a:t>JWT bearer authentication protects all write operations.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Pydantic validation enforces field ranges, date logic, and temperature consistency.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HTTP status codes follow convention: 201 created, 204 deleted, 401 unauthorised, 404 not found, 409 conflict, 502 upstream failure.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Documentation, Testing, and Version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7863840" cy="475488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</a:defRPr>
            </a:pPr>
            <a:r>
              <a:t>Swagger UI and exported OpenAPI schema document the live API.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Pytest covers authentication, CRUD, and analytics behaviour.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Technical report highlights stack choice, testing, limitations, and declared GenAI usage.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Repository includes README, PDF API docs, PDF technical report, Dockerfile, and generated slide deck.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Live 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7863840" cy="4754880"/>
          </a:xfrm>
          <a:prstGeom prst="roundRect">
            <a:avLst/>
          </a:prstGeom>
          <a:solidFill>
            <a:srgbClr val="F1F5F9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</a:defRPr>
            </a:pPr>
            <a:r>
              <a:t>1. Start API and open /docs.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2. Log in with the seeded demo account.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3. Show city list, create a record, then run summary and comparison analytics.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4. Explain how Open-Meteo import populates 30 days of weather and air-quality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Reflection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7863840" cy="475488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</a:defRPr>
            </a:pPr>
            <a:r>
              <a:t>Strengths: modular code, external data integration, reproducible setup, and coursework-aligned deliverables.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Limitations: SQLite is best for local demo; production deployment should move to PostgreSQL and background jobs.</a:t>
            </a:r>
          </a:p>
          <a:p>
            <a:pPr>
              <a:spcAft>
                <a:spcPts val="1000"/>
              </a:spcAft>
              <a:defRPr sz="1900">
                <a:solidFill>
                  <a:srgbClr val="0F172A"/>
                </a:solidFill>
              </a:defRPr>
            </a:pPr>
            <a:r>
              <a:t>Future work: caching, scheduled imports, role-based access control, and visual dashboards.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