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Urban Climate Insights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Web Services and Web Data coursework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7955279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FastAPI + SQLAlchemy + JWT + Open-Meteo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4155"/>
                </a:solidFill>
              </a:defRPr>
            </a:pPr>
            <a:r>
              <a:t>Student Name: [Fill Before Submission]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091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4155"/>
                </a:solidFill>
              </a:defRPr>
            </a:pPr>
            <a:r>
              <a:t>Student ID: [Fill Before Submission]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4155"/>
                </a:solidFill>
              </a:defRPr>
            </a:pPr>
            <a:r>
              <a:t>GitHub: [Public Repository URL]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Problem and 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78638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315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Goal: turn open UK city climate data into a reusable web API with full CRUD support.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Users can manage cities and records, import external observations, and run comparative analytics.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The design targets oral demonstration quality as well as technical report depth.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Layered FastAPI design for coursework demonstration and maintenance.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8288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Client / Swagger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828800"/>
            <a:ext cx="18288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FastAPI Routers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828800"/>
            <a:ext cx="18288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Services +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749039"/>
            <a:ext cx="18288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SQLite + SQLAlchemy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3749039"/>
            <a:ext cx="18288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Open-Meteo APIs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45920" y="2651760"/>
            <a:ext cx="118872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63440" y="2651760"/>
            <a:ext cx="27432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749039" y="2651760"/>
            <a:ext cx="0" cy="1097279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2651760"/>
            <a:ext cx="0" cy="1097279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4937760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4155"/>
                </a:solidFill>
              </a:defRPr>
            </a:pPr>
            <a:r>
              <a:t>Key point: writes are authenticated, analytics stay public, and external data import is isolated behind a service 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Data Model and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78638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315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Core models: User, City, UrbanClimateRecord.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CRUD endpoints: /auth, /cities, /records.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Advanced endpoints: /imports/cities/{id}/historical, /analytics/summary, /analytics/compare, /analytics/anomalies.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Security, Validation, and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78638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315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JWT bearer authentication protects all write operations.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Pydantic validation enforces field ranges, date logic, and temperature consistency.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HTTP status codes follow convention: 201 created, 204 deleted, 401 unauthorised, 404 not found, 409 conflict, 502 upstream failure.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Documentation, Testing, and Version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78638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315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Swagger UI and exported OpenAPI schema document the live API.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Pytest covers authentication, CRUD, and analytics behaviour.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Repository includes README, PDF API docs, PDF technical report, Dockerfile, and generated slide deck.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Live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78638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315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1. Start API and open /docs.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2. Log in with the seeded demo account.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3. Show city list, create a record, then run summary and comparison analytics.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4. Explain how Open-Meteo import populates 30 days of weather and air-quality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Reflection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78638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315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</a:defRPr>
            </a:pPr>
            <a:r>
              <a:t>Strengths: modular code, external data integration, reproducible setup, and coursework-aligned deliverables.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Limitations: SQLite is best for local demo; production deployment should move to PostgreSQL and background jobs.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</a:defRPr>
            </a:pPr>
            <a:r>
              <a:t>Future work: caching, scheduled imports, role-based access control, and visual dashboards.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